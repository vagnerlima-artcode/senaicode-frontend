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eu vou mostrar animações e transições em CSS usando um protótipo que eu consigo controlar ao vivo. A ideia é mostrar a diferença entre transition e animation, explicar cubic-bezier e @keyframes e depois alterar valores ao vivo para ver o resultado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é ótima para suavizar uma mudança de estado, como hover. Animação é mais completa: pode iniciar automaticamente, repetir e ter vários pontos na linha do tempo. O principal objetivo é dar feedback e tornar a interface mais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protótipo, o HTML cria a estrutura, o CSS faz a parte visual e o JavaScript serve só para deixar a demonstração interativa. Quando eu mexo em um slider, o JavaScript muda uma variável CSS. A animação continua sendo feita pelo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eu uso transition para suavizar a passagem do estado normal para o hover. O 0.5s é a duração, ease controla o ritmo e transform scale aumenta o botão. No protótipo eu mudo esses valores pelos controles da própria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cubic-bezier controla a aceleração e desaceleração. Com a curva usada no protótipo, o botão passa um pouco do ponto final e volta, parecendo uma mola. Eu também deixei opções como linear, ease e ease-in-out para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@keyframes funciona como uma linha do tempo. No 0% eu tenho um estado, no 50% outro e no 100% outro. O navegador calcula todos os quadros intermediários. Por isso dá para mover, girar, mudar cor e até transformar quadrado em círculo.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propriedade animation é um atalho. mover é o nome definido no keyframes; 2s é a duração; infinite faz repetir sem parar; alternate faz ir e voltar; ease-in-out suaviza começo e fim. No protótipo todos esses valores podem ser alterados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controles ao vivo funcionam com eventos de JavaScript. Quando eu arrasto um slider, o código pega o valor e atualiza uma variável CSS com setProperty. Isso evita abrir o arquivo e procurar números durante a apresentação. O JavaScript não substitui o CSS; ele só controla os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dos exemplos principais, eu adicionei três usos reais. O loading usa rotação, o pulso destaca algo importante e o card combina translateY, borda e sombra. Assim dá para mostrar que os mesmos conceitos aparecem em interfaces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parte prática eu vou usar os controles da própria página. Primeiro aumento a duração, depois a escala, troco a curva e por fim altero duração e repetição do keyframes. Assim consigo provar ao vivo o efeito de cada propriedade sem perder tempo procurando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transition suaviza, transform muda a geometria do elemento, keyframes cria etapas e cubic-bezier controla o ritmo. O protótipo mostra tudo isso funcionando de forma interativa. Essas técnicas podem melhorar a experiência do usuário sem precisar de bibliotecas externas.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ANIMAÇÕES E TRANSIÇÕES CSS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61120" y="164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Protótipo interativo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1965960" cy="1965960"/>
          </a:xfrm>
          <a:prstGeom prst="ellipse">
            <a:avLst/>
          </a:prstGeom>
          <a:solidFill>
            <a:srgbClr val="1D4ED8">
              <a:alpha val="28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5720"/>
            <a:ext cx="1920240" cy="192024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80467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86868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APRESENTAÇÃO TESTE AO VIVO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Animações 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Transições CSS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4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 protótipo interativo para ver os efeitos funcionando e mudar os valores na hora.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D3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 •  CSS  •  JavaScript nos controles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736592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B19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9103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 apresentação: entender o efeito, ver o código e testar mudanças ao vivo.</a:t>
            </a:r>
            <a:endParaRPr lang="en-US" sz="1150" dirty="0"/>
          </a:p>
        </p:txBody>
      </p:sp>
      <p:pic>
        <p:nvPicPr>
          <p:cNvPr id="11" name="Image 0" descr="/mnt/data/ppt_assets/hero_prot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960120"/>
            <a:ext cx="5989320" cy="33649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06440" y="4636008"/>
            <a:ext cx="5486400" cy="1078992"/>
          </a:xfrm>
          <a:prstGeom prst="roundRect">
            <a:avLst>
              <a:gd name="adj" fmla="val 8475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4882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Tudo testado no próprio protótipo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08192" y="52120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controles mudam duração, escala, curva e repetição sem editar o CSS manualmente.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 TESTE AO VIVO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 que isso serve na prática?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Esses efeitos ajudam o usuário a perceber mudanças e deixam a navegação mais fluida.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210312" cy="2103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4884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 imediato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2459736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usuário percebe que o botão, card ou menu reagiu à ação.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06324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Mudanças suaves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3374136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 vez de “pular” entre estados, a interface muda gradualmente.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210312" cy="2103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97764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Direção da atenção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4288536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Movimento pode destacar algo importante sem depender de texto extra.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806440" y="2011680"/>
            <a:ext cx="5577840" cy="3337560"/>
          </a:xfrm>
          <a:prstGeom prst="roundRect">
            <a:avLst>
              <a:gd name="adj" fmla="val 3288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331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27066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DCE7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 de uma mudança de estado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199632" y="3063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Ex.: :hover  →  botão cresce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84448"/>
            <a:ext cx="4206240" cy="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3465576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22992" y="339242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3822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estado normal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829800" y="3822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estado hover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99632" y="4370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FUNCIONA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99632" y="4736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DCE7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Pode iniciar sozinha e ter várias etapas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6199632" y="5093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Ex.: @keyframes 0% → 50% → 100%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eu montei o protótipo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cria a estrutura, CSS faz os efeitos e JavaScript deixa os controles interativos.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591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7048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27048" y="266090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42033"/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7249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950976" y="316382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 seções, botões, cards, sliders e selects.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315968" y="205740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359152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84648" y="266090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42033"/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7249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ANIMAÇÃO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608576" y="316382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transition, transform, @keyframes e variáveis CSS.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973568" y="205740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35915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842248" y="266090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42033"/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7249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CONTROLE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8266176" y="316382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Lê os controles e muda as variáveis CSS em tempo real.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005072" y="2697480"/>
            <a:ext cx="256032" cy="512064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2697480"/>
            <a:ext cx="256032" cy="512064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325112"/>
            <a:ext cx="10561320" cy="1325880"/>
          </a:xfrm>
          <a:prstGeom prst="roundRect">
            <a:avLst>
              <a:gd name="adj" fmla="val 6897"/>
            </a:avLst>
          </a:prstGeom>
          <a:solidFill>
            <a:srgbClr val="09111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599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Fluxo do protótipo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08960" y="455371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4617720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Slider / Select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4681728" y="4581144"/>
            <a:ext cx="256032" cy="29260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455371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4617720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510528" y="4581144"/>
            <a:ext cx="256032" cy="29260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455371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4617720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Variável CSS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339328" y="4581144"/>
            <a:ext cx="256032" cy="29260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0" y="455371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4617720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B5C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Efeito visual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960120" y="51480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Importante: o JavaScript não cria a animação — ele só altera os valores usados pelo CSS.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Primeiro efeito: transição no hover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 passar o mouse, o botão muda de cor e de tamanho de forma suave.</a:t>
            </a:r>
            <a:endParaRPr lang="en-US" sz="1250" dirty="0"/>
          </a:p>
        </p:txBody>
      </p:sp>
      <p:pic>
        <p:nvPicPr>
          <p:cNvPr id="6" name="Image 0" descr="/mnt/data/ppt_assets/transition_hov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3392"/>
            <a:ext cx="571500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1993392"/>
            <a:ext cx="4983480" cy="3566160"/>
          </a:xfrm>
          <a:prstGeom prst="roundRect">
            <a:avLst>
              <a:gd name="adj" fmla="val 3077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Código principal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76288" y="2761488"/>
            <a:ext cx="4315968" cy="1901952"/>
          </a:xfrm>
          <a:prstGeom prst="roundRect">
            <a:avLst>
              <a:gd name="adj" fmla="val 3846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76288" y="2761488"/>
            <a:ext cx="45720" cy="19019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77456" y="2926080"/>
            <a:ext cx="398678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.botao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transition: all 0.5s ease;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.botao:hover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transform: scale(1.2);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background: purple;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894576" y="4901184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67728" y="4965192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 = suavidade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8796528" y="490118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4965192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:hover = mudança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10424160" y="4901184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97312" y="496519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B5C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= tamanho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6903720" y="5294376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protótipo, os sliders alteram duração e escala sem editar o CSS manualmente.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CUBIC-BEZIER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Deixando o movimento mais natural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Mudando a curva, o mesmo movimento pode parecer mais rápido, suave ou até ter efeito de mola.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" y="2011680"/>
            <a:ext cx="4754880" cy="3639312"/>
          </a:xfrm>
          <a:prstGeom prst="roundRect">
            <a:avLst>
              <a:gd name="adj" fmla="val 3015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04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Curvas usadas no protótipo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32688" y="2953512"/>
            <a:ext cx="566928" cy="0"/>
          </a:xfrm>
          <a:prstGeom prst="line">
            <a:avLst/>
          </a:prstGeom>
          <a:noFill/>
          <a:ln w="63500">
            <a:solidFill>
              <a:srgbClr val="DB2777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673352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linear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72384" y="2788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velocidade constante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932688" y="3611880"/>
            <a:ext cx="566928" cy="0"/>
          </a:xfrm>
          <a:prstGeom prst="line">
            <a:avLst/>
          </a:prstGeom>
          <a:noFill/>
          <a:ln w="635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673352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72384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suave e natural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932688" y="4270248"/>
            <a:ext cx="566928" cy="0"/>
          </a:xfrm>
          <a:prstGeom prst="line">
            <a:avLst/>
          </a:prstGeom>
          <a:noFill/>
          <a:ln w="635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673352" y="4105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ease-in-out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72384" y="41056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suave no início e no fim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932688" y="4928616"/>
            <a:ext cx="566928" cy="0"/>
          </a:xfrm>
          <a:prstGeom prst="line">
            <a:avLst/>
          </a:prstGeom>
          <a:noFill/>
          <a:ln w="635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673352" y="4764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cubic-bezier(...)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72384" y="47640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efeito de mola / overshoot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14400" y="5102352"/>
            <a:ext cx="4133088" cy="841248"/>
          </a:xfrm>
          <a:prstGeom prst="roundRect">
            <a:avLst>
              <a:gd name="adj" fmla="val 8696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02352"/>
            <a:ext cx="4572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266944"/>
            <a:ext cx="38039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transition: all 0.8s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cubic-bezier(.68, -.55, .27, 1.55);</a:t>
            </a:r>
            <a:endParaRPr lang="en-US" sz="1080" dirty="0"/>
          </a:p>
        </p:txBody>
      </p:sp>
      <p:pic>
        <p:nvPicPr>
          <p:cNvPr id="23" name="Image 0" descr="/mnt/data/ppt_assets/cubic_bezi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984248"/>
            <a:ext cx="5897880" cy="30723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870448" y="52852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botão ultrapassa um pouco o tamanho final e volta, criando sensação de mola.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Criando uma animação com @keyframes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@keyframes, o elemento pode passar por várias etapas durante a animação.</a:t>
            </a:r>
            <a:endParaRPr lang="en-US" sz="1250" dirty="0"/>
          </a:p>
        </p:txBody>
      </p:sp>
      <p:pic>
        <p:nvPicPr>
          <p:cNvPr id="6" name="Image 0" descr="/mnt/data/ppt_assets/keyframes_timelin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01952"/>
            <a:ext cx="649224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24928" y="1901952"/>
            <a:ext cx="4069080" cy="3383280"/>
          </a:xfrm>
          <a:prstGeom prst="roundRect">
            <a:avLst>
              <a:gd name="adj" fmla="val 3243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54112" y="2212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Três pontos da animação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0" y="276148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56448" y="2743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0%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8759952" y="2743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esquerda • vermelho • quadrado</a:t>
            </a:r>
            <a:endParaRPr lang="en-US" sz="1010" dirty="0"/>
          </a:p>
        </p:txBody>
      </p:sp>
      <p:sp>
        <p:nvSpPr>
          <p:cNvPr id="12" name="Shape 9"/>
          <p:cNvSpPr/>
          <p:nvPr/>
        </p:nvSpPr>
        <p:spPr>
          <a:xfrm>
            <a:off x="7772400" y="349300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56448" y="3474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50%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8759952" y="3474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centro • laranja • círculo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7772400" y="4224528"/>
            <a:ext cx="256032" cy="25603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6448" y="42062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100%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8759952" y="4206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direita • azul • quadrado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7754112" y="4709160"/>
            <a:ext cx="3401568" cy="1005840"/>
          </a:xfrm>
          <a:prstGeom prst="roundRect">
            <a:avLst>
              <a:gd name="adj" fmla="val 7273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54112" y="4709160"/>
            <a:ext cx="457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0" y="4873752"/>
            <a:ext cx="30723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@keyframes mover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0%   { ...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50%  { ...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100% { ...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Entendendo a linha animation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Essa linha reúne tudo que controla a animação.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" y="2011680"/>
            <a:ext cx="10789920" cy="1325880"/>
          </a:xfrm>
          <a:prstGeom prst="roundRect">
            <a:avLst>
              <a:gd name="adj" fmla="val 8276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04872"/>
            <a:ext cx="1234440" cy="512064"/>
          </a:xfrm>
          <a:prstGeom prst="roundRect">
            <a:avLst>
              <a:gd name="adj" fmla="val 10714"/>
            </a:avLst>
          </a:prstGeom>
          <a:solidFill>
            <a:srgbClr val="09111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551176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94A3B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animation: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258568" y="2404872"/>
            <a:ext cx="932688" cy="512064"/>
          </a:xfrm>
          <a:prstGeom prst="roundRect">
            <a:avLst>
              <a:gd name="adj" fmla="val 10714"/>
            </a:avLst>
          </a:prstGeom>
          <a:solidFill>
            <a:srgbClr val="09111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2551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mover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310128" y="2404872"/>
            <a:ext cx="566928" cy="512064"/>
          </a:xfrm>
          <a:prstGeom prst="roundRect">
            <a:avLst>
              <a:gd name="adj" fmla="val 10714"/>
            </a:avLst>
          </a:prstGeom>
          <a:solidFill>
            <a:srgbClr val="0911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5511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986784" y="2404872"/>
            <a:ext cx="1078992" cy="512064"/>
          </a:xfrm>
          <a:prstGeom prst="roundRect">
            <a:avLst>
              <a:gd name="adj" fmla="val 10714"/>
            </a:avLst>
          </a:prstGeom>
          <a:solidFill>
            <a:srgbClr val="0911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5511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infinite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193792" y="2404872"/>
            <a:ext cx="1170432" cy="512064"/>
          </a:xfrm>
          <a:prstGeom prst="roundRect">
            <a:avLst>
              <a:gd name="adj" fmla="val 10714"/>
            </a:avLst>
          </a:prstGeom>
          <a:solidFill>
            <a:srgbClr val="0911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255117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B5CF6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alternate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92240" y="2404872"/>
            <a:ext cx="1691640" cy="512064"/>
          </a:xfrm>
          <a:prstGeom prst="roundRect">
            <a:avLst>
              <a:gd name="adj" fmla="val 10714"/>
            </a:avLst>
          </a:prstGeom>
          <a:solidFill>
            <a:srgbClr val="09111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55117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0A5F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ease-in-out;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2724912" y="2944368"/>
            <a:ext cx="0" cy="393192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58568" y="3419856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348386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3616452" y="2944368"/>
            <a:ext cx="0" cy="3931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73552" y="3419856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483864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duração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35424" y="2944368"/>
            <a:ext cx="0" cy="39319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41648" y="3419856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483864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repetição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765292" y="2944368"/>
            <a:ext cx="0" cy="39319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39512" y="341985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2664" y="3483864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B5C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vai e volta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319772" y="2944368"/>
            <a:ext cx="0" cy="393192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48272" y="3419856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02039"/>
          </a:solidFill>
          <a:ln w="12700">
            <a:solidFill>
              <a:srgbClr val="1020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483864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ritmo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005840" y="4617720"/>
            <a:ext cx="9829800" cy="987552"/>
          </a:xfrm>
          <a:prstGeom prst="roundRect">
            <a:avLst>
              <a:gd name="adj" fmla="val 9259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4919472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protótipo, eu mudo 2s → 4s, infinite → 3 e ease-in-out → linear direto pelos controles.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os controles mudam o CSS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sliders e seletores mudam os valores das variáveis CSS em tempo real.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359152"/>
            <a:ext cx="493776" cy="49377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626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SLIDER / SELECT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Usuário muda um valor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926080" y="2596896"/>
            <a:ext cx="384048" cy="47548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48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2359152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9626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Evento input/change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440680" y="2596896"/>
            <a:ext cx="384048" cy="47548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2148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359152"/>
            <a:ext cx="493776" cy="49377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9626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VARIÁVEL CSS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--basic-duration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955280" y="2596896"/>
            <a:ext cx="384048" cy="47548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488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359152"/>
            <a:ext cx="493776" cy="49377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9626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Efeito muda na hora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49808" y="40690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069080"/>
            <a:ext cx="4572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233672"/>
            <a:ext cx="502005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transitionDuration.addEventListener("input",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root.style.setProperty("--basic-duration", value + "s");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46520" y="4069080"/>
            <a:ext cx="5010912" cy="1234440"/>
          </a:xfrm>
          <a:prstGeom prst="roundRect">
            <a:avLst>
              <a:gd name="adj" fmla="val 7407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o JavaScript entra onde?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66560" y="473659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7F3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 só deixa os controles interativos. As animações e transições continuam sendo feitas pelo CSS.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Onde esses efeitos aparecem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Loading, destaque de status e cards interativos são exemplos bem comuns em sites.</a:t>
            </a:r>
            <a:endParaRPr lang="en-US" sz="1250" dirty="0"/>
          </a:p>
        </p:txBody>
      </p:sp>
      <p:pic>
        <p:nvPicPr>
          <p:cNvPr id="6" name="Image 0" descr="/mnt/data/ppt_assets/extras_animado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65960"/>
            <a:ext cx="10680192" cy="2907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5102352"/>
            <a:ext cx="3328416" cy="868680"/>
          </a:xfrm>
          <a:prstGeom prst="roundRect">
            <a:avLst>
              <a:gd name="adj" fmla="val 9474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5102352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5303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" y="5596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Rotação contínua para indicar processamento.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4425696" y="5102352"/>
            <a:ext cx="3328416" cy="868680"/>
          </a:xfrm>
          <a:prstGeom prst="roundRect">
            <a:avLst>
              <a:gd name="adj" fmla="val 9474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25696" y="5102352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5303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Pulso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45152" y="5596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Chama atenção para aviso, status ou ação importante.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8101584" y="5102352"/>
            <a:ext cx="3328416" cy="868680"/>
          </a:xfrm>
          <a:prstGeom prst="roundRect">
            <a:avLst>
              <a:gd name="adj" fmla="val 9474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5102352"/>
            <a:ext cx="54864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5303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 interativo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21040" y="5596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Sobe, muda borda e sombra para dar feedback no hover.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 AO VIVO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Hora de testar no protótipo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Aqui eu altero os valores na própria página e mostro o resultado na hora.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60A5FA">
              <a:alpha val="82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04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0:00–1:00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Começo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04288" y="21488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38BDF8">
              <a:alpha val="8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23042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1:00–2:30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395728" y="25146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197096" y="214884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0B981">
              <a:alpha val="8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8536" y="23042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2:30–4:00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288536" y="25146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cubic-bezier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23042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4:00–6:00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272784" y="25146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@keyframes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19872" y="2148840"/>
            <a:ext cx="2057400" cy="658368"/>
          </a:xfrm>
          <a:prstGeom prst="roundRect">
            <a:avLst>
              <a:gd name="adj" fmla="val 8333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23042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6:00–7:30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211312" y="25146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Mudar valores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287000" y="21488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2563EB">
              <a:alpha val="8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23042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7:30–8:00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378440" y="2514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Fechamento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68680" y="33375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438144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Duração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2788920" y="3319272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3383280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0.5s → 2s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303520" y="33284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Mostrar que o movimento fica mais lento.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399592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096512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72768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Escala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278892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62072" y="4041648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1.20× → 1.50×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5303520" y="39867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Mostrar que o botão cresce mais.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8680" y="465429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75488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72768" y="4636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Curva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2788920" y="463600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4700016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ease → mola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303520" y="46451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Comparar sensação do movimento.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8680" y="531266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541324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72768" y="5294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Animação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2788920" y="5294376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62072" y="5358384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8BD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2s → 4s • infinite → 3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5303520" y="53035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Mudar velocidade e número de repetições.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eu mostrei no projeto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quatro conceitos principais usados no protótipo.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2084832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395728"/>
            <a:ext cx="475488" cy="47548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2496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82496" y="2743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Suaviza mudanças de estado.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2784" y="2084832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2395728"/>
            <a:ext cx="475488" cy="47548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05472" y="2743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Move, gira, aumenta e reduz.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547872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8587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3813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@keyframes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82496" y="4206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 uma linha do tempo com etapas.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2784" y="3547872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385876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813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cubic-bezier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05472" y="4206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 a sensação do movimento.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5120640"/>
            <a:ext cx="10680192" cy="777240"/>
          </a:xfrm>
          <a:prstGeom prst="roundRect">
            <a:avLst>
              <a:gd name="adj" fmla="val 11765"/>
            </a:avLst>
          </a:prstGeom>
          <a:solidFill>
            <a:srgbClr val="0A1A2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358384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B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Conclusão: pequenas animações podem deixar a interface mais clara e agradável — e tudo isso pode ser feito com CSS.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 rápida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revisão curta dos conceitos principais para fechar a apresentação.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993392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214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 e animation: qual é a diferença?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084064" y="2103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 suaviza uma mudança de estado; animation pode rodar sozinha e ter várias etapas.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49808" y="2779776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0D1726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077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Precisa usar JavaScript?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084064" y="28895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 para criar os efeitos. No protótipo o JavaScript serve apenas para os controles interativos.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49808" y="3566160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941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 que serve @keyframes?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084064" y="36758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 a estrutura que define os estados da animação em pontos como 0%, 50% e 100%.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49808" y="4352544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0D1726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480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o infinite faz?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084064" y="44622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animação repete indefinidamente até a página ou regra mudar.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49808" y="5138928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 w="12700">
            <a:solidFill>
              <a:srgbClr val="263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52669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 que serve transform?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084064" y="52486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Permite aplicar scale, translate, rotate e outras transformações visuais.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0350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0243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6720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 dentro do código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trechos principais que fazem os efeitos e os controles funcionarem.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901952"/>
            <a:ext cx="5321808" cy="1508760"/>
          </a:xfrm>
          <a:prstGeom prst="roundRect">
            <a:avLst>
              <a:gd name="adj" fmla="val 4848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01952"/>
            <a:ext cx="45720" cy="1508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66544"/>
            <a:ext cx="4992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.botao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transition: all var(--basic-duration) ease;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.botao:hover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transform: scale(var(--basic-scale));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190488" y="1901952"/>
            <a:ext cx="5321808" cy="1508760"/>
          </a:xfrm>
          <a:prstGeom prst="roundRect">
            <a:avLst>
              <a:gd name="adj" fmla="val 4848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901952"/>
            <a:ext cx="4572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2066544"/>
            <a:ext cx="4992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@keyframes mover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0%   { transform: translateX(-280px);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50%  { transform: translateX(0);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100% { transform: translateX(280px);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85800" y="3730752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730752"/>
            <a:ext cx="45720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895344"/>
            <a:ext cx="499262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.box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animation: mover var(--move-duration)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       var(--move-count) alternate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       var(--move-easing);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190488" y="3730752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050C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3730752"/>
            <a:ext cx="45720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3895344"/>
            <a:ext cx="499262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root.style.setProperty(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"--basic-duration",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transitionDuration.value + "s"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9EAF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);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3154680" y="5696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A7F3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 faz a animação • JavaScript só muda os parâmetros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Animações e Transições CSS — Protótipo Interativo</dc:title>
  <dc:subject>Protótipo interativo de animações e transições CSS</dc:subject>
  <dc:creator>OpenAI</dc:creator>
  <cp:lastModifiedBy>OpenAI</cp:lastModifiedBy>
  <cp:revision>1</cp:revision>
  <dcterms:created xsi:type="dcterms:W3CDTF">2026-09-29T11:41:38Z</dcterms:created>
  <dcterms:modified xsi:type="dcterms:W3CDTF">2026-09-29T11:41:38Z</dcterms:modified>
</cp:coreProperties>
</file>